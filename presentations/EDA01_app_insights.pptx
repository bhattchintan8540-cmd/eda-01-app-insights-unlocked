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E7490"/>
                </a:solidFill>
                <a:latin typeface="Calibri"/>
              </a:rPr>
              <a:t>EDA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App Insights Unlocked: A Data Analytics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548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1F5F9"/>
                </a:solidFill>
                <a:latin typeface="Calibri"/>
              </a:rPr>
              <a:t>Google Play Store apps (Kaggle: lava18/google-play-store-apps)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1)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A tech product team analyzes Google Play Store listings to learn which categories, pricing models, sizes, and update habits are associated with higher ratings, reviews, and installs.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Internal: App Developers, Product Managers, Marketing Team, Senior Management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External: App Users, Advertisers, Partners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2)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Identify the factors that contribute to app success on Google Play — especially ratings, popular categories, and the impact of size and price on reviews and installs — so developers, product managers, and marketing can improve offerings.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3) Proposed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Ingest the public Play Store catalog and optional user-review table.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Clean invalid rows, parse installs/price/size, coerce dates, drop duplicate app names.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Build success metrics: mean rating, install volume, and review volume.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Answer the assignment's basic, medium, and advanced questions with grouped stats and charts.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Translate patterns into product, pricing, and update recommendations.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4) Data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rows_raw: 10841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rows_clean: 9659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columns: ['App', 'Category', 'Rating', 'Reviews', 'Size', 'Installs', 'Type', 'Price', 'Content Rating', 'Genres', 'Last Updated', 'Current Ver', 'Android Ver', 'Installs_num']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free_share: 0.922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mean_rating: 4.173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categories: 33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5) 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Average listing rating is 4.17/5 among rated apps; 77% of rated apps score 4.0 or higher.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92% of unique apps are free; paid apps are a small slice of the catalog.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Install volume concentrates in ['GAME', 'COMMUNICATION', 'TOOLS'].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Installs and ratings are weakly related (r=0.040); popularity is not the same as satisfaction.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Content rating is dominated by Everyone, so family-safe design is the default market.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6)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Installs are stored as lower-bound buckets (e.g. 10,000+), so volume is approximate.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Many sizes are 'Varies with device', reducing size analyses.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Ratings miss apps with too few reviews; survivorship bias favors visible apps.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Review sentiment depends on an auxiliary file that may be incomplete.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The catalog is a snapshot, not a complete live Play Store.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7)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Success on Play is a mix of category choice, high ratings, and distribution muscle. Free, frequently updated apps in high-demand categories capture most installs, while quality (rating and reviews) still differentiates products inside a category.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  <a:latin typeface="Calibri"/>
              </a:rPr>
              <a:t>8)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Benchmark new apps against a 4.0+ rating and category-level install leaders.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Prioritize GAME, COMMUNICATION, and other high-install categories only when the product can match quality bars.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Keep APK/asset size competitive; treat large binaries as a conversion risk.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Default to free + ads/IAP unless a paid niche has proven willingness to pay.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334155"/>
                </a:solidFill>
                <a:latin typeface="Calibri"/>
              </a:rPr>
              <a:t>•  Ship a regular update cadence; stale last-updated dates correlate with weaker store presence.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